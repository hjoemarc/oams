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h3NA+wQuy25ZWZEHAL7w2VxvYW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4" name="Shape 14"/>
        <p:cNvGrpSpPr/>
        <p:nvPr/>
      </p:nvGrpSpPr>
      <p:grpSpPr>
        <a:xfrm>
          <a:off x="0" y="0"/>
          <a:ext cx="0" cy="0"/>
          <a:chOff x="0" y="0"/>
          <a:chExt cx="0" cy="0"/>
        </a:xfrm>
      </p:grpSpPr>
      <p:sp>
        <p:nvSpPr>
          <p:cNvPr id="15" name="Google Shape;15;p24"/>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4"/>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4"/>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4"/>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9" name="Google Shape;19;p2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cxnSp>
        <p:nvCxnSpPr>
          <p:cNvPr id="22" name="Google Shape;22;p24"/>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6" name="Google Shape;26;p2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6"/>
          <p:cNvSpPr txBox="1"/>
          <p:nvPr>
            <p:ph idx="1" type="body"/>
          </p:nvPr>
        </p:nvSpPr>
        <p:spPr>
          <a:xfrm>
            <a:off x="1097278"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2" name="Google Shape;32;p26"/>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3" name="Google Shape;33;p2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6" name="Shape 36"/>
        <p:cNvGrpSpPr/>
        <p:nvPr/>
      </p:nvGrpSpPr>
      <p:grpSpPr>
        <a:xfrm>
          <a:off x="0" y="0"/>
          <a:ext cx="0" cy="0"/>
          <a:chOff x="0" y="0"/>
          <a:chExt cx="0" cy="0"/>
        </a:xfrm>
      </p:grpSpPr>
      <p:sp>
        <p:nvSpPr>
          <p:cNvPr id="37" name="Google Shape;37;p27"/>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7"/>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7"/>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27"/>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1" name="Google Shape;41;p2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cxnSp>
        <p:nvCxnSpPr>
          <p:cNvPr id="44" name="Google Shape;44;p27"/>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2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8"/>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8" name="Google Shape;48;p28"/>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9" name="Google Shape;49;p28"/>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0" name="Google Shape;50;p28"/>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2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2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9" name="Shape 59"/>
        <p:cNvGrpSpPr/>
        <p:nvPr/>
      </p:nvGrpSpPr>
      <p:grpSpPr>
        <a:xfrm>
          <a:off x="0" y="0"/>
          <a:ext cx="0" cy="0"/>
          <a:chOff x="0" y="0"/>
          <a:chExt cx="0" cy="0"/>
        </a:xfrm>
      </p:grpSpPr>
      <p:sp>
        <p:nvSpPr>
          <p:cNvPr id="60" name="Google Shape;60;p30"/>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0"/>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5" name="Shape 65"/>
        <p:cNvGrpSpPr/>
        <p:nvPr/>
      </p:nvGrpSpPr>
      <p:grpSpPr>
        <a:xfrm>
          <a:off x="0" y="0"/>
          <a:ext cx="0" cy="0"/>
          <a:chOff x="0" y="0"/>
          <a:chExt cx="0" cy="0"/>
        </a:xfrm>
      </p:grpSpPr>
      <p:sp>
        <p:nvSpPr>
          <p:cNvPr id="66" name="Google Shape;66;p31"/>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1"/>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1"/>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31"/>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31"/>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31"/>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050" u="none" cap="none" strike="noStrike">
                <a:solidFill>
                  <a:schemeClr val="dk2"/>
                </a:solidFill>
                <a:latin typeface="Calibri"/>
                <a:ea typeface="Calibri"/>
                <a:cs typeface="Calibri"/>
                <a:sym typeface="Calibri"/>
              </a:defRPr>
            </a:lvl1pPr>
            <a:lvl2pPr indent="0" lvl="1" marL="0" algn="r">
              <a:spcBef>
                <a:spcPts val="0"/>
              </a:spcBef>
              <a:buNone/>
              <a:defRPr b="0" i="0" sz="1050" u="none" cap="none" strike="noStrike">
                <a:solidFill>
                  <a:schemeClr val="dk2"/>
                </a:solidFill>
                <a:latin typeface="Calibri"/>
                <a:ea typeface="Calibri"/>
                <a:cs typeface="Calibri"/>
                <a:sym typeface="Calibri"/>
              </a:defRPr>
            </a:lvl2pPr>
            <a:lvl3pPr indent="0" lvl="2" marL="0" algn="r">
              <a:spcBef>
                <a:spcPts val="0"/>
              </a:spcBef>
              <a:buNone/>
              <a:defRPr b="0" i="0" sz="1050" u="none" cap="none" strike="noStrike">
                <a:solidFill>
                  <a:schemeClr val="dk2"/>
                </a:solidFill>
                <a:latin typeface="Calibri"/>
                <a:ea typeface="Calibri"/>
                <a:cs typeface="Calibri"/>
                <a:sym typeface="Calibri"/>
              </a:defRPr>
            </a:lvl3pPr>
            <a:lvl4pPr indent="0" lvl="3" marL="0" algn="r">
              <a:spcBef>
                <a:spcPts val="0"/>
              </a:spcBef>
              <a:buNone/>
              <a:defRPr b="0" i="0" sz="1050" u="none" cap="none" strike="noStrike">
                <a:solidFill>
                  <a:schemeClr val="dk2"/>
                </a:solidFill>
                <a:latin typeface="Calibri"/>
                <a:ea typeface="Calibri"/>
                <a:cs typeface="Calibri"/>
                <a:sym typeface="Calibri"/>
              </a:defRPr>
            </a:lvl4pPr>
            <a:lvl5pPr indent="0" lvl="4" marL="0" algn="r">
              <a:spcBef>
                <a:spcPts val="0"/>
              </a:spcBef>
              <a:buNone/>
              <a:defRPr b="0" i="0" sz="1050" u="none" cap="none" strike="noStrike">
                <a:solidFill>
                  <a:schemeClr val="dk2"/>
                </a:solidFill>
                <a:latin typeface="Calibri"/>
                <a:ea typeface="Calibri"/>
                <a:cs typeface="Calibri"/>
                <a:sym typeface="Calibri"/>
              </a:defRPr>
            </a:lvl5pPr>
            <a:lvl6pPr indent="0" lvl="5" marL="0" algn="r">
              <a:spcBef>
                <a:spcPts val="0"/>
              </a:spcBef>
              <a:buNone/>
              <a:defRPr b="0" i="0" sz="1050" u="none" cap="none" strike="noStrike">
                <a:solidFill>
                  <a:schemeClr val="dk2"/>
                </a:solidFill>
                <a:latin typeface="Calibri"/>
                <a:ea typeface="Calibri"/>
                <a:cs typeface="Calibri"/>
                <a:sym typeface="Calibri"/>
              </a:defRPr>
            </a:lvl6pPr>
            <a:lvl7pPr indent="0" lvl="6" marL="0" algn="r">
              <a:spcBef>
                <a:spcPts val="0"/>
              </a:spcBef>
              <a:buNone/>
              <a:defRPr b="0" i="0" sz="1050" u="none" cap="none" strike="noStrike">
                <a:solidFill>
                  <a:schemeClr val="dk2"/>
                </a:solidFill>
                <a:latin typeface="Calibri"/>
                <a:ea typeface="Calibri"/>
                <a:cs typeface="Calibri"/>
                <a:sym typeface="Calibri"/>
              </a:defRPr>
            </a:lvl7pPr>
            <a:lvl8pPr indent="0" lvl="7" marL="0" algn="r">
              <a:spcBef>
                <a:spcPts val="0"/>
              </a:spcBef>
              <a:buNone/>
              <a:defRPr b="0" i="0" sz="1050" u="none" cap="none" strike="noStrike">
                <a:solidFill>
                  <a:schemeClr val="dk2"/>
                </a:solidFill>
                <a:latin typeface="Calibri"/>
                <a:ea typeface="Calibri"/>
                <a:cs typeface="Calibri"/>
                <a:sym typeface="Calibri"/>
              </a:defRPr>
            </a:lvl8pPr>
            <a:lvl9pPr indent="0" lvl="8" marL="0" algn="r">
              <a:spcBef>
                <a:spcPts val="0"/>
              </a:spcBef>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4" name="Shape 74"/>
        <p:cNvGrpSpPr/>
        <p:nvPr/>
      </p:nvGrpSpPr>
      <p:grpSpPr>
        <a:xfrm>
          <a:off x="0" y="0"/>
          <a:ext cx="0" cy="0"/>
          <a:chOff x="0" y="0"/>
          <a:chExt cx="0" cy="0"/>
        </a:xfrm>
      </p:grpSpPr>
      <p:sp>
        <p:nvSpPr>
          <p:cNvPr id="75" name="Google Shape;75;p32"/>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2"/>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2"/>
          <p:cNvSpPr txBox="1"/>
          <p:nvPr>
            <p:ph type="title"/>
          </p:nvPr>
        </p:nvSpPr>
        <p:spPr>
          <a:xfrm>
            <a:off x="1097280" y="5074920"/>
            <a:ext cx="10113645"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32"/>
          <p:cNvSpPr/>
          <p:nvPr>
            <p:ph idx="2" type="pic"/>
          </p:nvPr>
        </p:nvSpPr>
        <p:spPr>
          <a:xfrm>
            <a:off x="15" y="0"/>
            <a:ext cx="12191985" cy="4915076"/>
          </a:xfrm>
          <a:prstGeom prst="rect">
            <a:avLst/>
          </a:prstGeom>
          <a:solidFill>
            <a:srgbClr val="D7D0C0"/>
          </a:solidFill>
          <a:ln>
            <a:noFill/>
          </a:ln>
        </p:spPr>
      </p:sp>
      <p:sp>
        <p:nvSpPr>
          <p:cNvPr id="79" name="Google Shape;79;p32"/>
          <p:cNvSpPr txBox="1"/>
          <p:nvPr>
            <p:ph idx="1" type="body"/>
          </p:nvPr>
        </p:nvSpPr>
        <p:spPr>
          <a:xfrm>
            <a:off x="1097280" y="5907024"/>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3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3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33"/>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3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9" name="Shape 89"/>
        <p:cNvGrpSpPr/>
        <p:nvPr/>
      </p:nvGrpSpPr>
      <p:grpSpPr>
        <a:xfrm>
          <a:off x="0" y="0"/>
          <a:ext cx="0" cy="0"/>
          <a:chOff x="0" y="0"/>
          <a:chExt cx="0" cy="0"/>
        </a:xfrm>
      </p:grpSpPr>
      <p:sp>
        <p:nvSpPr>
          <p:cNvPr id="90" name="Google Shape;90;p34"/>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4"/>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4"/>
          <p:cNvSpPr txBox="1"/>
          <p:nvPr>
            <p:ph type="title"/>
          </p:nvPr>
        </p:nvSpPr>
        <p:spPr>
          <a:xfrm rot="5400000">
            <a:off x="7159401" y="1977801"/>
            <a:ext cx="5759898"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34"/>
          <p:cNvSpPr txBox="1"/>
          <p:nvPr>
            <p:ph idx="1" type="body"/>
          </p:nvPr>
        </p:nvSpPr>
        <p:spPr>
          <a:xfrm rot="5400000">
            <a:off x="1825401" y="-574899"/>
            <a:ext cx="5759898"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3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23"/>
          <p:cNvSpPr/>
          <p:nvPr/>
        </p:nvSpPr>
        <p:spPr>
          <a:xfrm>
            <a:off x="15" y="6334316"/>
            <a:ext cx="12191985" cy="6648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2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 name="Google Shape;10;p2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2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2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cxnSp>
        <p:nvCxnSpPr>
          <p:cNvPr id="13" name="Google Shape;13;p23"/>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3.jpg"/><Relationship Id="rId5" Type="http://schemas.openxmlformats.org/officeDocument/2006/relationships/image" Target="../media/image2.jpg"/><Relationship Id="rId6"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image" Target="../media/image3.jpg"/><Relationship Id="rId5" Type="http://schemas.openxmlformats.org/officeDocument/2006/relationships/image" Target="../media/image2.jpg"/><Relationship Id="rId6" Type="http://schemas.openxmlformats.org/officeDocument/2006/relationships/image" Target="../media/image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262626"/>
              </a:buClr>
              <a:buSzPts val="6000"/>
              <a:buFont typeface="Calibri"/>
              <a:buNone/>
            </a:pPr>
            <a:r>
              <a:rPr lang="en-PH" sz="6000"/>
              <a:t>TITLE HERE (ALL CAPS)</a:t>
            </a:r>
            <a:endParaRPr/>
          </a:p>
        </p:txBody>
      </p:sp>
      <p:sp>
        <p:nvSpPr>
          <p:cNvPr id="102" name="Google Shape;102;p1"/>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b="1" lang="en-PH" sz="1400"/>
              <a:t>NAME OF MEMBERS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Calibri"/>
              <a:buNone/>
            </a:pPr>
            <a:r>
              <a:rPr lang="en-PH"/>
              <a:t>Revision and Minutes</a:t>
            </a:r>
            <a:endParaRPr/>
          </a:p>
        </p:txBody>
      </p:sp>
      <p:sp>
        <p:nvSpPr>
          <p:cNvPr id="108" name="Google Shape;108;p2"/>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t> Encode your finding here. Based on the minutes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PH"/>
              <a:t>The Team (-ZPPSU) </a:t>
            </a:r>
            <a:endParaRPr/>
          </a:p>
        </p:txBody>
      </p:sp>
      <p:pic>
        <p:nvPicPr>
          <p:cNvPr id="119" name="Google Shape;119;p4"/>
          <p:cNvPicPr preferRelativeResize="0"/>
          <p:nvPr>
            <p:ph idx="1" type="body"/>
          </p:nvPr>
        </p:nvPicPr>
        <p:blipFill rotWithShape="1">
          <a:blip r:embed="rId3">
            <a:alphaModFix/>
          </a:blip>
          <a:srcRect b="0" l="0" r="0" t="0"/>
          <a:stretch/>
        </p:blipFill>
        <p:spPr>
          <a:xfrm>
            <a:off x="1544040" y="2512512"/>
            <a:ext cx="2133600" cy="2133600"/>
          </a:xfrm>
          <a:prstGeom prst="rect">
            <a:avLst/>
          </a:prstGeom>
          <a:noFill/>
          <a:ln>
            <a:noFill/>
          </a:ln>
        </p:spPr>
      </p:pic>
      <p:pic>
        <p:nvPicPr>
          <p:cNvPr id="120" name="Google Shape;120;p4"/>
          <p:cNvPicPr preferRelativeResize="0"/>
          <p:nvPr/>
        </p:nvPicPr>
        <p:blipFill rotWithShape="1">
          <a:blip r:embed="rId4">
            <a:alphaModFix/>
          </a:blip>
          <a:srcRect b="0" l="0" r="0" t="0"/>
          <a:stretch/>
        </p:blipFill>
        <p:spPr>
          <a:xfrm>
            <a:off x="3939643" y="2512512"/>
            <a:ext cx="2133600" cy="2133600"/>
          </a:xfrm>
          <a:prstGeom prst="rect">
            <a:avLst/>
          </a:prstGeom>
          <a:noFill/>
          <a:ln>
            <a:noFill/>
          </a:ln>
        </p:spPr>
      </p:pic>
      <p:pic>
        <p:nvPicPr>
          <p:cNvPr id="121" name="Google Shape;121;p4"/>
          <p:cNvPicPr preferRelativeResize="0"/>
          <p:nvPr/>
        </p:nvPicPr>
        <p:blipFill rotWithShape="1">
          <a:blip r:embed="rId5">
            <a:alphaModFix/>
          </a:blip>
          <a:srcRect b="0" l="0" r="0" t="0"/>
          <a:stretch/>
        </p:blipFill>
        <p:spPr>
          <a:xfrm>
            <a:off x="6335246" y="2512512"/>
            <a:ext cx="2133600" cy="2133600"/>
          </a:xfrm>
          <a:prstGeom prst="rect">
            <a:avLst/>
          </a:prstGeom>
          <a:noFill/>
          <a:ln>
            <a:noFill/>
          </a:ln>
        </p:spPr>
      </p:pic>
      <p:pic>
        <p:nvPicPr>
          <p:cNvPr id="122" name="Google Shape;122;p4"/>
          <p:cNvPicPr preferRelativeResize="0"/>
          <p:nvPr/>
        </p:nvPicPr>
        <p:blipFill rotWithShape="1">
          <a:blip r:embed="rId6">
            <a:alphaModFix/>
          </a:blip>
          <a:srcRect b="5037" l="19820" r="16437" t="5038"/>
          <a:stretch/>
        </p:blipFill>
        <p:spPr>
          <a:xfrm>
            <a:off x="8755272" y="2512512"/>
            <a:ext cx="2133600" cy="2133600"/>
          </a:xfrm>
          <a:prstGeom prst="rect">
            <a:avLst/>
          </a:prstGeom>
          <a:noFill/>
          <a:ln>
            <a:noFill/>
          </a:ln>
        </p:spPr>
      </p:pic>
      <p:sp>
        <p:nvSpPr>
          <p:cNvPr id="123" name="Google Shape;123;p4"/>
          <p:cNvSpPr txBox="1"/>
          <p:nvPr/>
        </p:nvSpPr>
        <p:spPr>
          <a:xfrm>
            <a:off x="1586063" y="4926672"/>
            <a:ext cx="2126801"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MONKEY D. LUFFY</a:t>
            </a:r>
            <a:endParaRPr/>
          </a:p>
        </p:txBody>
      </p:sp>
      <p:sp>
        <p:nvSpPr>
          <p:cNvPr id="124" name="Google Shape;124;p4"/>
          <p:cNvSpPr txBox="1"/>
          <p:nvPr/>
        </p:nvSpPr>
        <p:spPr>
          <a:xfrm>
            <a:off x="3889915" y="4926672"/>
            <a:ext cx="228537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MONKEY D. ENEFTY</a:t>
            </a:r>
            <a:endParaRPr/>
          </a:p>
        </p:txBody>
      </p:sp>
      <p:sp>
        <p:nvSpPr>
          <p:cNvPr id="125" name="Google Shape;125;p4"/>
          <p:cNvSpPr txBox="1"/>
          <p:nvPr/>
        </p:nvSpPr>
        <p:spPr>
          <a:xfrm>
            <a:off x="6207059" y="4926672"/>
            <a:ext cx="237494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MONKEY D. ASTRON</a:t>
            </a:r>
            <a:endParaRPr/>
          </a:p>
        </p:txBody>
      </p:sp>
      <p:sp>
        <p:nvSpPr>
          <p:cNvPr id="126" name="Google Shape;126;p4"/>
          <p:cNvSpPr txBox="1"/>
          <p:nvPr/>
        </p:nvSpPr>
        <p:spPr>
          <a:xfrm>
            <a:off x="8682787" y="4926672"/>
            <a:ext cx="2285369"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MONKEY D. YOUNG</a:t>
            </a:r>
            <a:endParaRPr/>
          </a:p>
        </p:txBody>
      </p:sp>
      <p:sp>
        <p:nvSpPr>
          <p:cNvPr id="127" name="Google Shape;127;p4"/>
          <p:cNvSpPr txBox="1"/>
          <p:nvPr/>
        </p:nvSpPr>
        <p:spPr>
          <a:xfrm>
            <a:off x="1752298" y="5232284"/>
            <a:ext cx="1794338"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System Analyst</a:t>
            </a:r>
            <a:endParaRPr/>
          </a:p>
        </p:txBody>
      </p:sp>
      <p:sp>
        <p:nvSpPr>
          <p:cNvPr id="128" name="Google Shape;128;p4"/>
          <p:cNvSpPr txBox="1"/>
          <p:nvPr/>
        </p:nvSpPr>
        <p:spPr>
          <a:xfrm>
            <a:off x="4115526" y="5232284"/>
            <a:ext cx="183415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UI/UX Designer</a:t>
            </a:r>
            <a:endParaRPr/>
          </a:p>
        </p:txBody>
      </p:sp>
      <p:sp>
        <p:nvSpPr>
          <p:cNvPr id="129" name="Google Shape;129;p4"/>
          <p:cNvSpPr txBox="1"/>
          <p:nvPr/>
        </p:nvSpPr>
        <p:spPr>
          <a:xfrm>
            <a:off x="6534172" y="5232284"/>
            <a:ext cx="172072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Lead Technical</a:t>
            </a:r>
            <a:endParaRPr/>
          </a:p>
        </p:txBody>
      </p:sp>
      <p:sp>
        <p:nvSpPr>
          <p:cNvPr id="130" name="Google Shape;130;p4"/>
          <p:cNvSpPr txBox="1"/>
          <p:nvPr/>
        </p:nvSpPr>
        <p:spPr>
          <a:xfrm>
            <a:off x="9070652" y="5232284"/>
            <a:ext cx="1509645"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Documenter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Calibri"/>
              <a:buNone/>
            </a:pPr>
            <a:r>
              <a:rPr lang="en-PH"/>
              <a:t>Chapter 1</a:t>
            </a:r>
            <a:endParaRPr/>
          </a:p>
        </p:txBody>
      </p:sp>
      <p:sp>
        <p:nvSpPr>
          <p:cNvPr id="136" name="Google Shape;136;p5"/>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PH"/>
              <a:t>Introduction</a:t>
            </a:r>
            <a:endParaRPr/>
          </a:p>
        </p:txBody>
      </p:sp>
      <p:sp>
        <p:nvSpPr>
          <p:cNvPr id="142" name="Google Shape;142;p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t> Summarize</a:t>
            </a:r>
            <a:endParaRPr/>
          </a:p>
          <a:p>
            <a:pPr indent="-127000" lvl="0" marL="91440" rtl="0" algn="l">
              <a:lnSpc>
                <a:spcPct val="90000"/>
              </a:lnSpc>
              <a:spcBef>
                <a:spcPts val="1400"/>
              </a:spcBef>
              <a:spcAft>
                <a:spcPts val="0"/>
              </a:spcAft>
              <a:buSzPts val="2000"/>
              <a:buFont typeface="Arial"/>
              <a:buChar char="•"/>
            </a:pPr>
            <a:r>
              <a:rPr lang="en-PH"/>
              <a:t> Inputs by bullets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PH"/>
              <a:t>Purpose and Description</a:t>
            </a:r>
            <a:endParaRPr/>
          </a:p>
        </p:txBody>
      </p:sp>
      <p:sp>
        <p:nvSpPr>
          <p:cNvPr id="148" name="Google Shape;148;p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t> Summarize</a:t>
            </a:r>
            <a:endParaRPr/>
          </a:p>
          <a:p>
            <a:pPr indent="-127000" lvl="0" marL="91440" rtl="0" algn="l">
              <a:lnSpc>
                <a:spcPct val="90000"/>
              </a:lnSpc>
              <a:spcBef>
                <a:spcPts val="1400"/>
              </a:spcBef>
              <a:spcAft>
                <a:spcPts val="0"/>
              </a:spcAft>
              <a:buSzPts val="2000"/>
              <a:buFont typeface="Arial"/>
              <a:buChar char="•"/>
            </a:pPr>
            <a:r>
              <a:rPr lang="en-PH"/>
              <a:t> Inputs by bullets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PH"/>
              <a:t>Objectives and Specific Objectives</a:t>
            </a:r>
            <a:endParaRPr/>
          </a:p>
        </p:txBody>
      </p:sp>
      <p:sp>
        <p:nvSpPr>
          <p:cNvPr id="154" name="Google Shape;154;p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t> Summarize</a:t>
            </a:r>
            <a:endParaRPr/>
          </a:p>
          <a:p>
            <a:pPr indent="-127000" lvl="0" marL="91440" rtl="0" algn="l">
              <a:lnSpc>
                <a:spcPct val="90000"/>
              </a:lnSpc>
              <a:spcBef>
                <a:spcPts val="1400"/>
              </a:spcBef>
              <a:spcAft>
                <a:spcPts val="0"/>
              </a:spcAft>
              <a:buSzPts val="2000"/>
              <a:buFont typeface="Arial"/>
              <a:buChar char="•"/>
            </a:pPr>
            <a:r>
              <a:rPr lang="en-PH"/>
              <a:t> Inputs by bullets</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9"/>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Calibri"/>
              <a:buNone/>
            </a:pPr>
            <a:r>
              <a:rPr lang="en-PH"/>
              <a:t>Methodology</a:t>
            </a:r>
            <a:endParaRPr/>
          </a:p>
        </p:txBody>
      </p:sp>
      <p:sp>
        <p:nvSpPr>
          <p:cNvPr id="160" name="Google Shape;160;p9"/>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b="1" lang="en-PH"/>
              <a:t>Six (6) Phases of AGILE Methodology</a:t>
            </a:r>
            <a:endParaRPr/>
          </a:p>
        </p:txBody>
      </p:sp>
      <p:pic>
        <p:nvPicPr>
          <p:cNvPr id="166" name="Google Shape;166;p10"/>
          <p:cNvPicPr preferRelativeResize="0"/>
          <p:nvPr>
            <p:ph idx="1" type="body"/>
          </p:nvPr>
        </p:nvPicPr>
        <p:blipFill rotWithShape="1">
          <a:blip r:embed="rId3">
            <a:alphaModFix/>
          </a:blip>
          <a:srcRect b="0" l="0" r="0" t="0"/>
          <a:stretch/>
        </p:blipFill>
        <p:spPr>
          <a:xfrm>
            <a:off x="1097280" y="2456506"/>
            <a:ext cx="3563712" cy="2942211"/>
          </a:xfrm>
          <a:prstGeom prst="rect">
            <a:avLst/>
          </a:prstGeom>
          <a:noFill/>
          <a:ln>
            <a:noFill/>
          </a:ln>
        </p:spPr>
      </p:pic>
      <p:sp>
        <p:nvSpPr>
          <p:cNvPr id="167" name="Google Shape;167;p10"/>
          <p:cNvSpPr txBox="1"/>
          <p:nvPr/>
        </p:nvSpPr>
        <p:spPr>
          <a:xfrm>
            <a:off x="5411243" y="1817978"/>
            <a:ext cx="6425853" cy="447814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PH" sz="1500" u="none" cap="none" strike="noStrike">
                <a:solidFill>
                  <a:schemeClr val="dk1"/>
                </a:solidFill>
                <a:latin typeface="Calibri"/>
                <a:ea typeface="Calibri"/>
                <a:cs typeface="Calibri"/>
                <a:sym typeface="Calibri"/>
              </a:rPr>
              <a:t>Phase 1: Requirements</a:t>
            </a:r>
            <a:endParaRPr/>
          </a:p>
          <a:p>
            <a:pPr indent="0" lvl="0" marL="0" marR="0" rtl="0" algn="just">
              <a:spcBef>
                <a:spcPts val="0"/>
              </a:spcBef>
              <a:spcAft>
                <a:spcPts val="0"/>
              </a:spcAft>
              <a:buNone/>
            </a:pPr>
            <a:r>
              <a:rPr b="0" i="0" lang="en-PH" sz="1500" u="none" cap="none" strike="noStrike">
                <a:solidFill>
                  <a:schemeClr val="dk1"/>
                </a:solidFill>
                <a:latin typeface="Calibri"/>
                <a:ea typeface="Calibri"/>
                <a:cs typeface="Calibri"/>
                <a:sym typeface="Calibri"/>
              </a:rPr>
              <a:t>The first step is to gather the requirements from the stakeholders. This includes understanding the needs of employers, job seekers, and other stakeholders.</a:t>
            </a:r>
            <a:endParaRPr b="0" i="0" sz="15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b="1" i="0" lang="en-PH" sz="1500" u="none" cap="none" strike="noStrike">
                <a:solidFill>
                  <a:schemeClr val="dk1"/>
                </a:solidFill>
                <a:latin typeface="Calibri"/>
                <a:ea typeface="Calibri"/>
                <a:cs typeface="Calibri"/>
                <a:sym typeface="Calibri"/>
              </a:rPr>
              <a:t>Phase 2: Design</a:t>
            </a:r>
            <a:endParaRPr/>
          </a:p>
          <a:p>
            <a:pPr indent="0" lvl="0" marL="0" marR="0" rtl="0" algn="just">
              <a:spcBef>
                <a:spcPts val="0"/>
              </a:spcBef>
              <a:spcAft>
                <a:spcPts val="0"/>
              </a:spcAft>
              <a:buNone/>
            </a:pPr>
            <a:r>
              <a:rPr b="0" i="0" lang="en-PH" sz="1500" u="none" cap="none" strike="noStrike">
                <a:solidFill>
                  <a:schemeClr val="dk1"/>
                </a:solidFill>
                <a:latin typeface="Calibri"/>
                <a:ea typeface="Calibri"/>
                <a:cs typeface="Calibri"/>
                <a:sym typeface="Calibri"/>
              </a:rPr>
              <a:t>Develop a design and prototype of the system. This includes determining the features, user interface, and other elements of the system. </a:t>
            </a:r>
            <a:endParaRPr b="0" i="0" sz="15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b="1" i="0" lang="en-PH" sz="1500" u="none" cap="none" strike="noStrike">
                <a:solidFill>
                  <a:schemeClr val="dk1"/>
                </a:solidFill>
                <a:latin typeface="Calibri"/>
                <a:ea typeface="Calibri"/>
                <a:cs typeface="Calibri"/>
                <a:sym typeface="Calibri"/>
              </a:rPr>
              <a:t>Phase 3: Development</a:t>
            </a:r>
            <a:endParaRPr/>
          </a:p>
          <a:p>
            <a:pPr indent="0" lvl="0" marL="0" marR="0" rtl="0" algn="just">
              <a:spcBef>
                <a:spcPts val="0"/>
              </a:spcBef>
              <a:spcAft>
                <a:spcPts val="0"/>
              </a:spcAft>
              <a:buNone/>
            </a:pPr>
            <a:r>
              <a:rPr b="0" i="0" lang="en-PH" sz="1500" u="none" cap="none" strike="noStrike">
                <a:solidFill>
                  <a:schemeClr val="dk1"/>
                </a:solidFill>
                <a:latin typeface="Calibri"/>
                <a:ea typeface="Calibri"/>
                <a:cs typeface="Calibri"/>
                <a:sym typeface="Calibri"/>
              </a:rPr>
              <a:t>Develop the job portal system according to the design and prototype. </a:t>
            </a:r>
            <a:endParaRPr b="0" i="0" sz="15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b="1" i="0" lang="en-PH" sz="1500" u="none" cap="none" strike="noStrike">
                <a:solidFill>
                  <a:schemeClr val="dk1"/>
                </a:solidFill>
                <a:latin typeface="Calibri"/>
                <a:ea typeface="Calibri"/>
                <a:cs typeface="Calibri"/>
                <a:sym typeface="Calibri"/>
              </a:rPr>
              <a:t>Phase 4: Testing</a:t>
            </a:r>
            <a:endParaRPr/>
          </a:p>
          <a:p>
            <a:pPr indent="0" lvl="0" marL="0" marR="0" rtl="0" algn="just">
              <a:spcBef>
                <a:spcPts val="0"/>
              </a:spcBef>
              <a:spcAft>
                <a:spcPts val="0"/>
              </a:spcAft>
              <a:buNone/>
            </a:pPr>
            <a:r>
              <a:rPr b="0" i="0" lang="en-PH" sz="1500" u="none" cap="none" strike="noStrike">
                <a:solidFill>
                  <a:schemeClr val="dk1"/>
                </a:solidFill>
                <a:latin typeface="Calibri"/>
                <a:ea typeface="Calibri"/>
                <a:cs typeface="Calibri"/>
                <a:sym typeface="Calibri"/>
              </a:rPr>
              <a:t>Test the system for any bugs and deploy it for use.</a:t>
            </a:r>
            <a:endParaRPr b="0" i="0" sz="15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b="1" i="0" lang="en-PH" sz="1500" u="none" cap="none" strike="noStrike">
                <a:solidFill>
                  <a:schemeClr val="dk1"/>
                </a:solidFill>
                <a:latin typeface="Calibri"/>
                <a:ea typeface="Calibri"/>
                <a:cs typeface="Calibri"/>
                <a:sym typeface="Calibri"/>
              </a:rPr>
              <a:t>Phase 5: Deployment</a:t>
            </a:r>
            <a:endParaRPr/>
          </a:p>
          <a:p>
            <a:pPr indent="0" lvl="0" marL="0" marR="0" rtl="0" algn="just">
              <a:spcBef>
                <a:spcPts val="0"/>
              </a:spcBef>
              <a:spcAft>
                <a:spcPts val="0"/>
              </a:spcAft>
              <a:buNone/>
            </a:pPr>
            <a:r>
              <a:rPr b="0" i="0" lang="en-PH" sz="1500" u="none" cap="none" strike="noStrike">
                <a:solidFill>
                  <a:schemeClr val="dk1"/>
                </a:solidFill>
                <a:latin typeface="Calibri"/>
                <a:ea typeface="Calibri"/>
                <a:cs typeface="Calibri"/>
                <a:sym typeface="Calibri"/>
              </a:rPr>
              <a:t>The system has been deployed by its supporters after being developed and tested successfully.</a:t>
            </a:r>
            <a:endParaRPr b="0" i="0" sz="15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b="1" i="0" lang="en-PH" sz="1500" u="none" cap="none" strike="noStrike">
                <a:solidFill>
                  <a:schemeClr val="dk1"/>
                </a:solidFill>
                <a:latin typeface="Calibri"/>
                <a:ea typeface="Calibri"/>
                <a:cs typeface="Calibri"/>
                <a:sym typeface="Calibri"/>
              </a:rPr>
              <a:t>Phase 6: Review</a:t>
            </a:r>
            <a:endParaRPr/>
          </a:p>
          <a:p>
            <a:pPr indent="0" lvl="0" marL="0" marR="0" rtl="0" algn="just">
              <a:spcBef>
                <a:spcPts val="0"/>
              </a:spcBef>
              <a:spcAft>
                <a:spcPts val="0"/>
              </a:spcAft>
              <a:buNone/>
            </a:pPr>
            <a:r>
              <a:rPr b="0" i="0" lang="en-PH" sz="1500" u="none" cap="none" strike="noStrike">
                <a:solidFill>
                  <a:schemeClr val="dk1"/>
                </a:solidFill>
                <a:latin typeface="Calibri"/>
                <a:ea typeface="Calibri"/>
                <a:cs typeface="Calibri"/>
                <a:sym typeface="Calibri"/>
              </a:rPr>
              <a:t>Throughout this time, the developer keeps track of the system's performance and tests it. The system will be improved using the client's feedback. In order to make the system easily maintainable and upgradeable, the replies from this phase will be assessed and analyzed. The cycle continues until the supporters are happy with the advancement and idea.</a:t>
            </a:r>
            <a:endParaRPr b="0" i="0" sz="1500" u="none" cap="none" strike="noStrike">
              <a:solidFill>
                <a:schemeClr val="dk1"/>
              </a:solidFill>
              <a:latin typeface="Calibri"/>
              <a:ea typeface="Calibri"/>
              <a:cs typeface="Calibri"/>
              <a:sym typeface="Calibri"/>
            </a:endParaRPr>
          </a:p>
        </p:txBody>
      </p:sp>
      <p:sp>
        <p:nvSpPr>
          <p:cNvPr id="168" name="Google Shape;168;p10"/>
          <p:cNvSpPr/>
          <p:nvPr/>
        </p:nvSpPr>
        <p:spPr>
          <a:xfrm>
            <a:off x="4734105" y="1893134"/>
            <a:ext cx="576198" cy="4244619"/>
          </a:xfrm>
          <a:prstGeom prst="downArrow">
            <a:avLst>
              <a:gd fmla="val 50000" name="adj1"/>
              <a:gd fmla="val 50000"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Calibri"/>
              <a:buNone/>
            </a:pPr>
            <a:r>
              <a:rPr lang="en-PH"/>
              <a:t>Results and Discussion</a:t>
            </a:r>
            <a:endParaRPr/>
          </a:p>
        </p:txBody>
      </p:sp>
      <p:sp>
        <p:nvSpPr>
          <p:cNvPr id="174" name="Google Shape;174;p11"/>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PH"/>
              <a:t>Data Gathering </a:t>
            </a:r>
            <a:endParaRPr/>
          </a:p>
        </p:txBody>
      </p:sp>
      <p:sp>
        <p:nvSpPr>
          <p:cNvPr id="180" name="Google Shape;180;p1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t> Summarize</a:t>
            </a:r>
            <a:endParaRPr/>
          </a:p>
          <a:p>
            <a:pPr indent="-127000" lvl="0" marL="91440" rtl="0" algn="l">
              <a:lnSpc>
                <a:spcPct val="90000"/>
              </a:lnSpc>
              <a:spcBef>
                <a:spcPts val="1400"/>
              </a:spcBef>
              <a:spcAft>
                <a:spcPts val="0"/>
              </a:spcAft>
              <a:buSzPts val="2000"/>
              <a:buFont typeface="Arial"/>
              <a:buChar char="•"/>
            </a:pPr>
            <a:r>
              <a:rPr lang="en-PH"/>
              <a:t> Inputs by bullets</a:t>
            </a:r>
            <a:endParaRPr/>
          </a:p>
          <a:p>
            <a:pPr indent="-127000" lvl="0" marL="91440" rtl="0" algn="l">
              <a:lnSpc>
                <a:spcPct val="90000"/>
              </a:lnSpc>
              <a:spcBef>
                <a:spcPts val="1400"/>
              </a:spcBef>
              <a:spcAft>
                <a:spcPts val="0"/>
              </a:spcAft>
              <a:buSzPts val="2000"/>
              <a:buFont typeface="Arial"/>
              <a:buChar char="•"/>
            </a:pPr>
            <a:r>
              <a:rPr lang="en-PH"/>
              <a:t> Show image on next slide</a:t>
            </a:r>
            <a:endParaRPr/>
          </a:p>
          <a:p>
            <a:pPr indent="0" lvl="0" marL="0" rtl="0" algn="l">
              <a:lnSpc>
                <a:spcPct val="90000"/>
              </a:lnSpc>
              <a:spcBef>
                <a:spcPts val="1400"/>
              </a:spcBef>
              <a:spcAft>
                <a:spcPts val="0"/>
              </a:spcAft>
              <a:buSzPts val="2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PH"/>
              <a:t>Analyze Data </a:t>
            </a:r>
            <a:endParaRPr/>
          </a:p>
        </p:txBody>
      </p:sp>
      <p:sp>
        <p:nvSpPr>
          <p:cNvPr id="186" name="Google Shape;186;p1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t> Summarize</a:t>
            </a:r>
            <a:endParaRPr/>
          </a:p>
          <a:p>
            <a:pPr indent="-127000" lvl="0" marL="91440" rtl="0" algn="l">
              <a:lnSpc>
                <a:spcPct val="90000"/>
              </a:lnSpc>
              <a:spcBef>
                <a:spcPts val="1400"/>
              </a:spcBef>
              <a:spcAft>
                <a:spcPts val="0"/>
              </a:spcAft>
              <a:buSzPts val="2000"/>
              <a:buFont typeface="Arial"/>
              <a:buChar char="•"/>
            </a:pPr>
            <a:r>
              <a:rPr lang="en-PH"/>
              <a:t> Inputs by bullets</a:t>
            </a:r>
            <a:endParaRPr/>
          </a:p>
          <a:p>
            <a:pPr indent="-127000" lvl="0" marL="91440" rtl="0" algn="l">
              <a:lnSpc>
                <a:spcPct val="90000"/>
              </a:lnSpc>
              <a:spcBef>
                <a:spcPts val="1400"/>
              </a:spcBef>
              <a:spcAft>
                <a:spcPts val="0"/>
              </a:spcAft>
              <a:buSzPts val="2000"/>
              <a:buFont typeface="Arial"/>
              <a:buChar char="•"/>
            </a:pPr>
            <a:r>
              <a:rPr lang="en-PH"/>
              <a:t> Show image on next slide</a:t>
            </a:r>
            <a:endParaRPr/>
          </a:p>
          <a:p>
            <a:pPr indent="0" lvl="0" marL="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PH"/>
              <a:t>System Designing and Prototype</a:t>
            </a:r>
            <a:endParaRPr/>
          </a:p>
        </p:txBody>
      </p:sp>
      <p:sp>
        <p:nvSpPr>
          <p:cNvPr id="192" name="Google Shape;192;p1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t> Summarize</a:t>
            </a:r>
            <a:endParaRPr/>
          </a:p>
          <a:p>
            <a:pPr indent="-127000" lvl="0" marL="91440" rtl="0" algn="l">
              <a:lnSpc>
                <a:spcPct val="90000"/>
              </a:lnSpc>
              <a:spcBef>
                <a:spcPts val="1400"/>
              </a:spcBef>
              <a:spcAft>
                <a:spcPts val="0"/>
              </a:spcAft>
              <a:buSzPts val="2000"/>
              <a:buFont typeface="Arial"/>
              <a:buChar char="•"/>
            </a:pPr>
            <a:r>
              <a:rPr lang="en-PH"/>
              <a:t> Inputs by bullets</a:t>
            </a:r>
            <a:endParaRPr/>
          </a:p>
          <a:p>
            <a:pPr indent="-127000" lvl="0" marL="91440" rtl="0" algn="l">
              <a:lnSpc>
                <a:spcPct val="90000"/>
              </a:lnSpc>
              <a:spcBef>
                <a:spcPts val="1400"/>
              </a:spcBef>
              <a:spcAft>
                <a:spcPts val="0"/>
              </a:spcAft>
              <a:buSzPts val="2000"/>
              <a:buFont typeface="Arial"/>
              <a:buChar char="•"/>
            </a:pPr>
            <a:r>
              <a:rPr lang="en-PH"/>
              <a:t> Show image on next slide. Must be step by step</a:t>
            </a:r>
            <a:endParaRPr/>
          </a:p>
          <a:p>
            <a:pPr indent="0" lvl="0" marL="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PH"/>
              <a:t>Developed a Portal/System</a:t>
            </a:r>
            <a:endParaRPr/>
          </a:p>
        </p:txBody>
      </p:sp>
      <p:sp>
        <p:nvSpPr>
          <p:cNvPr id="198" name="Google Shape;198;p1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t> Summarize</a:t>
            </a:r>
            <a:endParaRPr/>
          </a:p>
          <a:p>
            <a:pPr indent="-127000" lvl="0" marL="91440" rtl="0" algn="l">
              <a:lnSpc>
                <a:spcPct val="90000"/>
              </a:lnSpc>
              <a:spcBef>
                <a:spcPts val="1400"/>
              </a:spcBef>
              <a:spcAft>
                <a:spcPts val="0"/>
              </a:spcAft>
              <a:buSzPts val="2000"/>
              <a:buFont typeface="Arial"/>
              <a:buChar char="•"/>
            </a:pPr>
            <a:r>
              <a:rPr lang="en-PH"/>
              <a:t> Inputs by bullets</a:t>
            </a:r>
            <a:endParaRPr/>
          </a:p>
          <a:p>
            <a:pPr indent="-127000" lvl="0" marL="91440" rtl="0" algn="l">
              <a:lnSpc>
                <a:spcPct val="90000"/>
              </a:lnSpc>
              <a:spcBef>
                <a:spcPts val="1400"/>
              </a:spcBef>
              <a:spcAft>
                <a:spcPts val="0"/>
              </a:spcAft>
              <a:buSzPts val="2000"/>
              <a:buFont typeface="Arial"/>
              <a:buChar char="•"/>
            </a:pPr>
            <a:r>
              <a:rPr lang="en-PH"/>
              <a:t> Show image on next slide. Must be step by step</a:t>
            </a:r>
            <a:endParaRPr/>
          </a:p>
          <a:p>
            <a:pPr indent="0" lvl="0" marL="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PH"/>
              <a:t>Testing and Evaluation</a:t>
            </a:r>
            <a:endParaRPr/>
          </a:p>
        </p:txBody>
      </p:sp>
      <p:sp>
        <p:nvSpPr>
          <p:cNvPr id="204" name="Google Shape;204;p1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t> Summarize</a:t>
            </a:r>
            <a:endParaRPr/>
          </a:p>
          <a:p>
            <a:pPr indent="-127000" lvl="0" marL="91440" rtl="0" algn="l">
              <a:lnSpc>
                <a:spcPct val="90000"/>
              </a:lnSpc>
              <a:spcBef>
                <a:spcPts val="1400"/>
              </a:spcBef>
              <a:spcAft>
                <a:spcPts val="0"/>
              </a:spcAft>
              <a:buSzPts val="2000"/>
              <a:buFont typeface="Arial"/>
              <a:buChar char="•"/>
            </a:pPr>
            <a:r>
              <a:rPr lang="en-PH"/>
              <a:t> Inputs by bullets</a:t>
            </a:r>
            <a:endParaRPr/>
          </a:p>
          <a:p>
            <a:pPr indent="-127000" lvl="0" marL="91440" rtl="0" algn="l">
              <a:lnSpc>
                <a:spcPct val="90000"/>
              </a:lnSpc>
              <a:spcBef>
                <a:spcPts val="1400"/>
              </a:spcBef>
              <a:spcAft>
                <a:spcPts val="0"/>
              </a:spcAft>
              <a:buSzPts val="2000"/>
              <a:buFont typeface="Arial"/>
              <a:buChar char="•"/>
            </a:pPr>
            <a:r>
              <a:rPr lang="en-PH"/>
              <a:t> Show image/Tables on next slide.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7"/>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Calibri"/>
              <a:buNone/>
            </a:pPr>
            <a:r>
              <a:rPr lang="en-PH"/>
              <a:t>System Presentation</a:t>
            </a:r>
            <a:endParaRPr/>
          </a:p>
        </p:txBody>
      </p:sp>
      <p:sp>
        <p:nvSpPr>
          <p:cNvPr id="210" name="Google Shape;210;p17"/>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8"/>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Calibri"/>
              <a:buNone/>
            </a:pPr>
            <a:r>
              <a:rPr lang="en-PH"/>
              <a:t>Conclusion and Recommendation</a:t>
            </a:r>
            <a:endParaRPr/>
          </a:p>
        </p:txBody>
      </p:sp>
      <p:sp>
        <p:nvSpPr>
          <p:cNvPr id="216" name="Google Shape;216;p18"/>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PH"/>
              <a:t>Conclusion</a:t>
            </a:r>
            <a:endParaRPr/>
          </a:p>
        </p:txBody>
      </p:sp>
      <p:sp>
        <p:nvSpPr>
          <p:cNvPr id="222" name="Google Shape;222;p1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t> Summarize</a:t>
            </a:r>
            <a:endParaRPr/>
          </a:p>
          <a:p>
            <a:pPr indent="-127000" lvl="0" marL="91440" rtl="0" algn="l">
              <a:lnSpc>
                <a:spcPct val="90000"/>
              </a:lnSpc>
              <a:spcBef>
                <a:spcPts val="1400"/>
              </a:spcBef>
              <a:spcAft>
                <a:spcPts val="0"/>
              </a:spcAft>
              <a:buSzPts val="2000"/>
              <a:buFont typeface="Arial"/>
              <a:buChar char="•"/>
            </a:pPr>
            <a:r>
              <a:rPr lang="en-PH"/>
              <a:t> Inputs by bullets</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PH"/>
              <a:t>Recommendation</a:t>
            </a:r>
            <a:endParaRPr/>
          </a:p>
        </p:txBody>
      </p:sp>
      <p:sp>
        <p:nvSpPr>
          <p:cNvPr id="228" name="Google Shape;228;p2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t> Summarize</a:t>
            </a:r>
            <a:endParaRPr/>
          </a:p>
          <a:p>
            <a:pPr indent="-127000" lvl="0" marL="91440" rtl="0" algn="l">
              <a:lnSpc>
                <a:spcPct val="90000"/>
              </a:lnSpc>
              <a:spcBef>
                <a:spcPts val="1400"/>
              </a:spcBef>
              <a:spcAft>
                <a:spcPts val="0"/>
              </a:spcAft>
              <a:buSzPts val="2000"/>
              <a:buFont typeface="Arial"/>
              <a:buChar char="•"/>
            </a:pPr>
            <a:r>
              <a:rPr lang="en-PH"/>
              <a:t> Inputs by bullets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PH"/>
              <a:t>The Team (ZCJP-ZPPSU) </a:t>
            </a:r>
            <a:endParaRPr/>
          </a:p>
        </p:txBody>
      </p:sp>
      <p:pic>
        <p:nvPicPr>
          <p:cNvPr id="234" name="Google Shape;234;p21"/>
          <p:cNvPicPr preferRelativeResize="0"/>
          <p:nvPr>
            <p:ph idx="1" type="body"/>
          </p:nvPr>
        </p:nvPicPr>
        <p:blipFill rotWithShape="1">
          <a:blip r:embed="rId3">
            <a:alphaModFix/>
          </a:blip>
          <a:srcRect b="0" l="0" r="0" t="0"/>
          <a:stretch/>
        </p:blipFill>
        <p:spPr>
          <a:xfrm>
            <a:off x="1544040" y="2512512"/>
            <a:ext cx="2133600" cy="2133600"/>
          </a:xfrm>
          <a:prstGeom prst="rect">
            <a:avLst/>
          </a:prstGeom>
          <a:noFill/>
          <a:ln>
            <a:noFill/>
          </a:ln>
        </p:spPr>
      </p:pic>
      <p:pic>
        <p:nvPicPr>
          <p:cNvPr id="235" name="Google Shape;235;p21"/>
          <p:cNvPicPr preferRelativeResize="0"/>
          <p:nvPr/>
        </p:nvPicPr>
        <p:blipFill rotWithShape="1">
          <a:blip r:embed="rId4">
            <a:alphaModFix/>
          </a:blip>
          <a:srcRect b="0" l="0" r="0" t="0"/>
          <a:stretch/>
        </p:blipFill>
        <p:spPr>
          <a:xfrm>
            <a:off x="3939643" y="2512512"/>
            <a:ext cx="2133600" cy="2133600"/>
          </a:xfrm>
          <a:prstGeom prst="rect">
            <a:avLst/>
          </a:prstGeom>
          <a:noFill/>
          <a:ln>
            <a:noFill/>
          </a:ln>
        </p:spPr>
      </p:pic>
      <p:pic>
        <p:nvPicPr>
          <p:cNvPr id="236" name="Google Shape;236;p21"/>
          <p:cNvPicPr preferRelativeResize="0"/>
          <p:nvPr/>
        </p:nvPicPr>
        <p:blipFill rotWithShape="1">
          <a:blip r:embed="rId5">
            <a:alphaModFix/>
          </a:blip>
          <a:srcRect b="0" l="0" r="0" t="0"/>
          <a:stretch/>
        </p:blipFill>
        <p:spPr>
          <a:xfrm>
            <a:off x="6335246" y="2512512"/>
            <a:ext cx="2133600" cy="2133600"/>
          </a:xfrm>
          <a:prstGeom prst="rect">
            <a:avLst/>
          </a:prstGeom>
          <a:noFill/>
          <a:ln>
            <a:noFill/>
          </a:ln>
        </p:spPr>
      </p:pic>
      <p:pic>
        <p:nvPicPr>
          <p:cNvPr id="237" name="Google Shape;237;p21"/>
          <p:cNvPicPr preferRelativeResize="0"/>
          <p:nvPr/>
        </p:nvPicPr>
        <p:blipFill rotWithShape="1">
          <a:blip r:embed="rId6">
            <a:alphaModFix/>
          </a:blip>
          <a:srcRect b="5037" l="19820" r="16437" t="5038"/>
          <a:stretch/>
        </p:blipFill>
        <p:spPr>
          <a:xfrm>
            <a:off x="8755272" y="2512512"/>
            <a:ext cx="2133600" cy="2133600"/>
          </a:xfrm>
          <a:prstGeom prst="rect">
            <a:avLst/>
          </a:prstGeom>
          <a:noFill/>
          <a:ln>
            <a:noFill/>
          </a:ln>
        </p:spPr>
      </p:pic>
      <p:sp>
        <p:nvSpPr>
          <p:cNvPr id="238" name="Google Shape;238;p21"/>
          <p:cNvSpPr txBox="1"/>
          <p:nvPr/>
        </p:nvSpPr>
        <p:spPr>
          <a:xfrm>
            <a:off x="1586063" y="4926672"/>
            <a:ext cx="2126801"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MONKEY D. LUFFY</a:t>
            </a:r>
            <a:endParaRPr/>
          </a:p>
        </p:txBody>
      </p:sp>
      <p:sp>
        <p:nvSpPr>
          <p:cNvPr id="239" name="Google Shape;239;p21"/>
          <p:cNvSpPr txBox="1"/>
          <p:nvPr/>
        </p:nvSpPr>
        <p:spPr>
          <a:xfrm>
            <a:off x="3889915" y="4926672"/>
            <a:ext cx="228537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MONKEY D. ENEFTY</a:t>
            </a:r>
            <a:endParaRPr/>
          </a:p>
        </p:txBody>
      </p:sp>
      <p:sp>
        <p:nvSpPr>
          <p:cNvPr id="240" name="Google Shape;240;p21"/>
          <p:cNvSpPr txBox="1"/>
          <p:nvPr/>
        </p:nvSpPr>
        <p:spPr>
          <a:xfrm>
            <a:off x="6207059" y="4926672"/>
            <a:ext cx="237494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MONKEY D. ASTRON</a:t>
            </a:r>
            <a:endParaRPr/>
          </a:p>
        </p:txBody>
      </p:sp>
      <p:sp>
        <p:nvSpPr>
          <p:cNvPr id="241" name="Google Shape;241;p21"/>
          <p:cNvSpPr txBox="1"/>
          <p:nvPr/>
        </p:nvSpPr>
        <p:spPr>
          <a:xfrm>
            <a:off x="8682787" y="4926672"/>
            <a:ext cx="2285369"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MONKEY D. YOUNG</a:t>
            </a:r>
            <a:endParaRPr/>
          </a:p>
        </p:txBody>
      </p:sp>
      <p:sp>
        <p:nvSpPr>
          <p:cNvPr id="242" name="Google Shape;242;p21"/>
          <p:cNvSpPr txBox="1"/>
          <p:nvPr/>
        </p:nvSpPr>
        <p:spPr>
          <a:xfrm>
            <a:off x="1752298" y="5232284"/>
            <a:ext cx="1794338"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System Analyst</a:t>
            </a:r>
            <a:endParaRPr/>
          </a:p>
        </p:txBody>
      </p:sp>
      <p:sp>
        <p:nvSpPr>
          <p:cNvPr id="243" name="Google Shape;243;p21"/>
          <p:cNvSpPr txBox="1"/>
          <p:nvPr/>
        </p:nvSpPr>
        <p:spPr>
          <a:xfrm>
            <a:off x="4115526" y="5232284"/>
            <a:ext cx="183415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UI/UX Designer</a:t>
            </a:r>
            <a:endParaRPr/>
          </a:p>
        </p:txBody>
      </p:sp>
      <p:sp>
        <p:nvSpPr>
          <p:cNvPr id="244" name="Google Shape;244;p21"/>
          <p:cNvSpPr txBox="1"/>
          <p:nvPr/>
        </p:nvSpPr>
        <p:spPr>
          <a:xfrm>
            <a:off x="6534172" y="5232284"/>
            <a:ext cx="172072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Lead Technical</a:t>
            </a:r>
            <a:endParaRPr/>
          </a:p>
        </p:txBody>
      </p:sp>
      <p:sp>
        <p:nvSpPr>
          <p:cNvPr id="245" name="Google Shape;245;p21"/>
          <p:cNvSpPr txBox="1"/>
          <p:nvPr/>
        </p:nvSpPr>
        <p:spPr>
          <a:xfrm>
            <a:off x="9070652" y="5232284"/>
            <a:ext cx="1509645"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PH" sz="2000" u="none" cap="none" strike="noStrike">
                <a:solidFill>
                  <a:schemeClr val="dk1"/>
                </a:solidFill>
                <a:latin typeface="Calibri"/>
                <a:ea typeface="Calibri"/>
                <a:cs typeface="Calibri"/>
                <a:sym typeface="Calibri"/>
              </a:rPr>
              <a:t>Documenter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2"/>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Calibri"/>
              <a:buNone/>
            </a:pPr>
            <a:r>
              <a:rPr lang="en-PH"/>
              <a:t>Thank you!</a:t>
            </a:r>
            <a:endParaRPr/>
          </a:p>
        </p:txBody>
      </p:sp>
      <p:sp>
        <p:nvSpPr>
          <p:cNvPr id="251" name="Google Shape;251;p22"/>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2024-01-25T02:40:43Z</dcterms:created>
  <dc:creator>adrian martin</dc:creator>
</cp:coreProperties>
</file>