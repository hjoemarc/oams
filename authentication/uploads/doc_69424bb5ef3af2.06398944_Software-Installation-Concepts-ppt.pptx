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sldIdLst>
    <p:sldId id="261" r:id="rId5"/>
    <p:sldId id="262" r:id="rId6"/>
    <p:sldId id="264" r:id="rId7"/>
    <p:sldId id="265" r:id="rId8"/>
    <p:sldId id="266" r:id="rId9"/>
    <p:sldId id="274" r:id="rId10"/>
    <p:sldId id="267" r:id="rId11"/>
    <p:sldId id="268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PH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Software Installation Concepts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Group 1 – ITPC 113</a:t>
            </a: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Rectangle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6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0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1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3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4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5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6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7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8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89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1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2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3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4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5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6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7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8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199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0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1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2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3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4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5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6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8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09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1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2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3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4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5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6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7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8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0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1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2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3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4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5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6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7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8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29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30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31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  <p:sp>
          <p:nvSpPr>
            <p:cNvPr id="232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9AB7-9E36-4EAD-B44A-9E0CEA24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838" y="789272"/>
            <a:ext cx="9782174" cy="500192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Definition</a:t>
            </a:r>
            <a:r>
              <a:rPr lang="en-US" sz="2800" dirty="0"/>
              <a:t>: Software installation is the process of transferring program files to a computer or server so the software can run properly.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/>
              <a:t>Purpose in IT Systems: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Makes the application usable by end-users.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Ensures compatibility with hardware and operating system.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Provides necessary features for productivity and system operations.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In System Administration: Proper installation reduces downtime, prevents errors, and ensures security.</a:t>
            </a:r>
          </a:p>
        </p:txBody>
      </p:sp>
    </p:spTree>
    <p:extLst>
      <p:ext uri="{BB962C8B-B14F-4D97-AF65-F5344CB8AC3E}">
        <p14:creationId xmlns:p14="http://schemas.microsoft.com/office/powerpoint/2010/main" val="10948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Role of a System Administrator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A633-F961-4F74-A813-9A3BC7B59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18661"/>
            <a:ext cx="9905999" cy="4803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System Administrators are responsible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Installation &amp; Configuration</a:t>
            </a:r>
            <a:r>
              <a:rPr lang="en-US" dirty="0"/>
              <a:t> – setting up software for individuals or entire organizations.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License Management</a:t>
            </a:r>
            <a:r>
              <a:rPr lang="en-US" dirty="0"/>
              <a:t> – ensuring legal and authorized use of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Standardization</a:t>
            </a:r>
            <a:r>
              <a:rPr lang="en-US" dirty="0"/>
              <a:t> – creating uniform setups so all systems behave consistently.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Maintenance</a:t>
            </a:r>
            <a:r>
              <a:rPr lang="en-US" dirty="0"/>
              <a:t> – applying patches, updates, and service packs to keep systems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 &amp; Troubleshooting</a:t>
            </a:r>
            <a:r>
              <a:rPr lang="en-US" dirty="0"/>
              <a:t> – resolving errors users may encounter after installation.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2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Types of Installation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2A4EA4-984A-429F-B0CC-D02E27339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408734"/>
            <a:ext cx="10245273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Local Installation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Installed directly on one computer.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Installing MS Office on a laptop.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Installation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installed from a server to multiple machines.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Installing antivirus on all computers in a school lab.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Web/Cloud-based Installation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 via internet browser or online download (SaaS).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Google Workspace, Zoom.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Silent/Automated Installation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scripts or pre-configured settings, requires no user interaction.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IT admins deploying apps to hundreds of PCs at once.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322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Installation Process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2A4EA4-984A-429F-B0CC-D02E27339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636744"/>
            <a:ext cx="10245273" cy="4406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800" b="1" dirty="0"/>
              <a:t>Step 1: Pre-installation</a:t>
            </a:r>
            <a:endParaRPr lang="en-US" sz="2800" dirty="0"/>
          </a:p>
          <a:p>
            <a:pPr lvl="1"/>
            <a:r>
              <a:rPr lang="en-US" sz="2400" dirty="0"/>
              <a:t>Check hardware requirements (RAM, CPU, storage).</a:t>
            </a:r>
          </a:p>
          <a:p>
            <a:pPr lvl="1"/>
            <a:r>
              <a:rPr lang="en-US" sz="2400" dirty="0"/>
              <a:t>Verify OS version and compatibility.</a:t>
            </a:r>
          </a:p>
          <a:p>
            <a:pPr lvl="1"/>
            <a:r>
              <a:rPr lang="en-US" sz="2400" dirty="0"/>
              <a:t>Confirm available licenses.</a:t>
            </a:r>
          </a:p>
          <a:p>
            <a:pPr marL="0" indent="0">
              <a:buNone/>
            </a:pPr>
            <a:r>
              <a:rPr lang="en-US" sz="2800" b="1" dirty="0"/>
              <a:t>Step 2: Installation</a:t>
            </a:r>
            <a:endParaRPr lang="en-US" sz="2800" dirty="0"/>
          </a:p>
          <a:p>
            <a:pPr lvl="1"/>
            <a:r>
              <a:rPr lang="en-US" sz="2400" dirty="0"/>
              <a:t>Run setup wizard or command line.</a:t>
            </a:r>
          </a:p>
          <a:p>
            <a:pPr lvl="1"/>
            <a:r>
              <a:rPr lang="en-US" sz="2400" dirty="0"/>
              <a:t>Follow prompts: accept license, choose directory, install.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98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Installation Process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2A4EA4-984A-429F-B0CC-D02E27339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623539"/>
            <a:ext cx="10245273" cy="375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800" b="1" dirty="0"/>
              <a:t>Step 3: Configuration</a:t>
            </a:r>
            <a:endParaRPr lang="en-US" sz="2800" dirty="0"/>
          </a:p>
          <a:p>
            <a:pPr lvl="1"/>
            <a:r>
              <a:rPr lang="en-US" sz="2400" dirty="0"/>
              <a:t>Adjust system settings (environment variables, paths).</a:t>
            </a:r>
          </a:p>
          <a:p>
            <a:pPr lvl="1"/>
            <a:r>
              <a:rPr lang="en-US" sz="2400" dirty="0"/>
              <a:t>Customize options (language, plugins, modules).</a:t>
            </a:r>
          </a:p>
          <a:p>
            <a:pPr marL="0" indent="0">
              <a:buNone/>
            </a:pPr>
            <a:r>
              <a:rPr lang="en-US" sz="2800" b="1" dirty="0"/>
              <a:t>Step 4: Post-installation</a:t>
            </a:r>
            <a:endParaRPr lang="en-US" sz="2800" dirty="0"/>
          </a:p>
          <a:p>
            <a:pPr lvl="1"/>
            <a:r>
              <a:rPr lang="en-US" sz="2400" dirty="0"/>
              <a:t>Apply updates and security patches.</a:t>
            </a:r>
          </a:p>
          <a:p>
            <a:pPr lvl="1"/>
            <a:r>
              <a:rPr lang="en-US" sz="2400" dirty="0"/>
              <a:t>Test if the software runs correctly.</a:t>
            </a:r>
          </a:p>
          <a:p>
            <a:pPr lvl="1"/>
            <a:r>
              <a:rPr lang="en-US" sz="2400" dirty="0"/>
              <a:t>Document installation steps for future reference.</a:t>
            </a:r>
          </a:p>
        </p:txBody>
      </p:sp>
    </p:spTree>
    <p:extLst>
      <p:ext uri="{BB962C8B-B14F-4D97-AF65-F5344CB8AC3E}">
        <p14:creationId xmlns:p14="http://schemas.microsoft.com/office/powerpoint/2010/main" val="334789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Common Issues &amp; Troubleshooting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86BA71-CE55-48BA-B897-1F2A11488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720940"/>
            <a:ext cx="10283774" cy="341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Compatibility Errors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software not supported by OS or hardware.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Dependencies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libraries, frameworks, or drivers required.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Permission Issues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installation blocked due to lack of admin rights.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Corrupted Installer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incomplete or damaged download.</a:t>
            </a:r>
          </a:p>
        </p:txBody>
      </p:sp>
    </p:spTree>
    <p:extLst>
      <p:ext uri="{BB962C8B-B14F-4D97-AF65-F5344CB8AC3E}">
        <p14:creationId xmlns:p14="http://schemas.microsoft.com/office/powerpoint/2010/main" val="242588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2ED31-C427-453B-9B0C-DDAE3BB17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152" y="1951127"/>
            <a:ext cx="9905998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system logs and error codes.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Re-download or verify installer files.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 as administrator.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 required dependencies first.</a:t>
            </a:r>
          </a:p>
        </p:txBody>
      </p:sp>
    </p:spTree>
    <p:extLst>
      <p:ext uri="{BB962C8B-B14F-4D97-AF65-F5344CB8AC3E}">
        <p14:creationId xmlns:p14="http://schemas.microsoft.com/office/powerpoint/2010/main" val="13947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Best Practices for System Administrators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2ED31-C427-453B-9B0C-DDAE3BB17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152" y="1563184"/>
            <a:ext cx="9706259" cy="4540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Plan Before Installing</a:t>
            </a:r>
            <a:r>
              <a:rPr lang="en-US" sz="2600" dirty="0"/>
              <a:t> – assess requirements and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Documentation</a:t>
            </a:r>
            <a:r>
              <a:rPr lang="en-US" sz="2600" dirty="0"/>
              <a:t> – record installation steps and configuration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Use Deployment Tools</a:t>
            </a:r>
            <a:r>
              <a:rPr lang="en-US" sz="2600" dirty="0"/>
              <a:t> – e.g., SCCM, Ansible, Puppet, Group Policy.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Security Practices</a:t>
            </a:r>
            <a:r>
              <a:rPr lang="en-US" sz="2600" dirty="0"/>
              <a:t> – install only trusted software, apply patches quickly.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Backups</a:t>
            </a:r>
            <a:r>
              <a:rPr lang="en-US" sz="2600" dirty="0"/>
              <a:t> – create restore points or full backups before major installs.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Standardization</a:t>
            </a:r>
            <a:r>
              <a:rPr lang="en-US" sz="2600" dirty="0"/>
              <a:t> – use the same software versions across systems to avoid conflicts.</a:t>
            </a:r>
          </a:p>
        </p:txBody>
      </p:sp>
    </p:spTree>
    <p:extLst>
      <p:ext uri="{BB962C8B-B14F-4D97-AF65-F5344CB8AC3E}">
        <p14:creationId xmlns:p14="http://schemas.microsoft.com/office/powerpoint/2010/main" val="271767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2ED31-C427-453B-9B0C-DDAE3BB17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152" y="3564245"/>
            <a:ext cx="9706259" cy="53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47822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5E6A03-612D-4599-AF4F-792A92013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439" y="1817085"/>
            <a:ext cx="982440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installation is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responsibility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system administrators.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ensures that systems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functional, secure, and efficient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Understanding installation concepts helps prevent errors and supports business continuity.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Remember: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 installation is not just about clicking “Next” — it’s about preparation, security, and maintenance.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634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CB91-0D62-4D4F-93D3-B071AA9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066" y="2689715"/>
            <a:ext cx="6051867" cy="1478570"/>
          </a:xfrm>
        </p:spPr>
        <p:txBody>
          <a:bodyPr>
            <a:normAutofit/>
          </a:bodyPr>
          <a:lstStyle/>
          <a:p>
            <a:r>
              <a:rPr lang="en-US" sz="8000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8321258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132</TotalTime>
  <Words>543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Tw Cen MT</vt:lpstr>
      <vt:lpstr>Circuit</vt:lpstr>
      <vt:lpstr>Software Installation Concepts</vt:lpstr>
      <vt:lpstr>PowerPoint Presentation</vt:lpstr>
      <vt:lpstr>Role of a System Administrator</vt:lpstr>
      <vt:lpstr>Types of Installation</vt:lpstr>
      <vt:lpstr>Installation Process</vt:lpstr>
      <vt:lpstr>Installation Process</vt:lpstr>
      <vt:lpstr>Common Issues &amp; Troubleshooting</vt:lpstr>
      <vt:lpstr>Solutions</vt:lpstr>
      <vt:lpstr>Best Practices for System Administrators</vt:lpstr>
      <vt:lpstr>Demo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DELL</dc:creator>
  <cp:lastModifiedBy>Marco Jean Pagotaisidro</cp:lastModifiedBy>
  <cp:revision>7</cp:revision>
  <dcterms:created xsi:type="dcterms:W3CDTF">2025-09-01T13:47:20Z</dcterms:created>
  <dcterms:modified xsi:type="dcterms:W3CDTF">2025-09-02T05:53:06Z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